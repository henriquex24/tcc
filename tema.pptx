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2053"/>
            <a:ext cx="699574" cy="242292"/>
          </a:xfrm>
          <a:prstGeom prst="roundRect">
            <a:avLst>
              <a:gd name="adj" fmla="val 22117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7119" y="599877"/>
            <a:ext cx="1117870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 GERAL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440719" y="552053"/>
            <a:ext cx="650263" cy="242292"/>
          </a:xfrm>
          <a:prstGeom prst="roundRect">
            <a:avLst>
              <a:gd name="adj" fmla="val 22117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1536364" y="599877"/>
            <a:ext cx="1068559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848122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Mobilidade Urbana - Inferência de Rotas por Trajetórias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1475" y="15483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Investigar trajetórias realizadas por ônibus para localizar pontos finais, estimar sentido de circulação e inferir conexões de baldeação, usando o GTFS apenas como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gabarito de validação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análise espaço-temporal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modelos probabilísticos.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2069306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e Ferramentas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2452985"/>
            <a:ext cx="5239810" cy="1417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Dataset:</a:t>
            </a:r>
            <a:pPr algn="l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Registros GPS de ônibus do Rio de Janeiro, trajetórias agrupadas, arquivos Parquet/RData e GTFS como gabarito externo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Formato:</a:t>
            </a:r>
            <a:pPr algn="l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latitude, longitude, timestamp, velocidade, linha, veículo; GTFS para comparação posterior com rotas oficiais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Ferramentas: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R, Python, pandas, geopandas/folium, Haversine, produto escalar, grafos inferidos, GTFS para validação e PaLMTo-Gen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6760" y="2069306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Entregáveis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96760" y="2452985"/>
            <a:ext cx="5239810" cy="1081683"/>
          </a:xfrm>
          <a:prstGeom prst="rect">
            <a:avLst/>
          </a:prstGeom>
          <a:noFill/>
          <a:ln/>
        </p:spPr>
        <p:txBody>
          <a:bodyPr wrap="square" lIns="0" tIns="63794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 comum e base padronizada para experimentos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de congestionamentos em regiões críticas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Localização de pontos finais e estimativa de ida/volta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Inferência de rotas e baldeações validada contra GTFS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4143177"/>
            <a:ext cx="5367104" cy="896541"/>
          </a:xfrm>
          <a:prstGeom prst="roundRect">
            <a:avLst>
              <a:gd name="adj" fmla="val 74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265" y="4308971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Congestionamentos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7265" y="4638774"/>
            <a:ext cx="503552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Agrupar eventos de baixa velocidade e avaliar efeitos de horário, região e chuva.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63116" y="4143177"/>
            <a:ext cx="5367104" cy="896541"/>
          </a:xfrm>
          <a:prstGeom prst="roundRect">
            <a:avLst>
              <a:gd name="adj" fmla="val 74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8907" y="4308971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Pontos Finais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28907" y="4638774"/>
            <a:ext cx="503552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Localizar terminais prováveis das linhas a partir da concentração e extremidade dos trajetos.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1475" y="5174258"/>
            <a:ext cx="5367104" cy="1131689"/>
          </a:xfrm>
          <a:prstGeom prst="roundRect">
            <a:avLst>
              <a:gd name="adj" fmla="val 591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265" y="5340052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Sentido de Circulação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7265" y="5669855"/>
            <a:ext cx="503552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Estimar ida ou volta por proximidade aos pontos finais, deslocamento e segmentação temporal.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63116" y="5174258"/>
            <a:ext cx="5367104" cy="1131689"/>
          </a:xfrm>
          <a:prstGeom prst="roundRect">
            <a:avLst>
              <a:gd name="adj" fmla="val 591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8907" y="5340052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Baldeação e GTFS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28907" y="5669855"/>
            <a:ext cx="503552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Inferir conexões pelas trajetórias realizadas e usar o GTFS como gabarito das rotas oficiais.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2026-08-12T01:30:39Z</dcterms:created>
  <dcterms:modified xsi:type="dcterms:W3CDTF">2026-08-12T01:30:39Z</dcterms:modified>
</cp:coreProperties>
</file>